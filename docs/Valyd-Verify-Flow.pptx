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egoe UI"/>
              </a:rPr>
              <a:t>Valyd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383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7D2FE"/>
                </a:solidFill>
                <a:latin typeface="Segoe UI"/>
              </a:rPr>
              <a:t>Identity verification platform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1206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Segoe UI"/>
              </a:rPr>
              <a:t>Developer sign-in (Valyd SSO)  ·  Apps &amp; API keys  ·  Workflows  ·  Webhooks</a:t>
            </a:r>
          </a:p>
          <a:p>
            <a:pPr algn="l"/>
            <a:r>
              <a:rPr sz="1350" b="0">
                <a:solidFill>
                  <a:srgbClr val="64748B"/>
                </a:solidFill>
                <a:latin typeface="Segoe UI"/>
              </a:rPr>
              <a:t>Two integration modes:  Hosted (redirect)   and   Standalone (direct API)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1 · Developer onboarding — Login with Valyd (SSO)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The developer signs in to the console with their Valyd account, then provisions an App, a Workflow and a Webhook.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0116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Developer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Opens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verify.pollus.tech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737360"/>
            <a:ext cx="2286000" cy="91440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Valyd IdP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OIDC + PKCE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consent &amp;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737360"/>
            <a:ext cx="2468880" cy="914400"/>
          </a:xfrm>
          <a:prstGeom prst="roundRect">
            <a:avLst/>
          </a:prstGeom>
          <a:solidFill>
            <a:srgbClr val="E7F7EC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5803D"/>
                </a:solidFill>
                <a:latin typeface="Segoe UI"/>
              </a:rPr>
              <a:t>Verify Console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Session issued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(console token)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194560"/>
            <a:ext cx="214884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68880" y="187451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1  redirect to idp.pollus.tech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40" y="2194560"/>
            <a:ext cx="219456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03720" y="187451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2  ?code → exchange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71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Segoe UI"/>
              </a:rPr>
              <a:t>Inside the console the developer sets up: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74720"/>
            <a:ext cx="35661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① App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A unique App ID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+ secret API key (shown once)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/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Create multiple apps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(e.g. Test / Production)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474720"/>
            <a:ext cx="35661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② Workflow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Pick services: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KYC · Liveness · Face Match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Age · Credential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/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→ each workflow gets a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unique workflow_id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474720"/>
            <a:ext cx="35661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③ Webhook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Webhook endpoint URL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+ signing secret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/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Receives signed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verification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Result: the developer now has  App API key · workflow_id · webhook URL + secret · redirect URL  — everything needed to integrate.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2 · Hosted integration (redirect) — like Didit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The third party redirects their user to Valyd's hosted page; the result comes back by redirect + signed webhook.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7432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Your server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Third-party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600200"/>
            <a:ext cx="2926080" cy="105156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Verify API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X-API-Key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26280"/>
            <a:ext cx="27432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End user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The user's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434840"/>
            <a:ext cx="3017520" cy="1234440"/>
          </a:xfrm>
          <a:prstGeom prst="roundRect">
            <a:avLst/>
          </a:prstGeom>
          <a:solidFill>
            <a:srgbClr val="E7F7EC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5803D"/>
                </a:solidFill>
                <a:latin typeface="Segoe UI"/>
              </a:rPr>
              <a:t>Hosted page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verify.pollus.tech/verify?session=…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capture ID + selfie (camera)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4434840"/>
            <a:ext cx="292608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Engines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OCR · Liveness · Face match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Age · Credential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1417320"/>
            <a:ext cx="310896" cy="3108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1828800"/>
            <a:ext cx="448056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40480" y="148132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POST /v2/session  {workflow_id, redirect_url, callback}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840480" y="2331720"/>
            <a:ext cx="44805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40480" y="23774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returns hosted url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383280"/>
            <a:ext cx="310896" cy="3108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2651760"/>
            <a:ext cx="0" cy="18745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1560" y="33832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redirect to hosted url</a:t>
            </a:r>
          </a:p>
        </p:txBody>
      </p:sp>
      <p:sp>
        <p:nvSpPr>
          <p:cNvPr id="19" name="Oval 18"/>
          <p:cNvSpPr/>
          <p:nvPr/>
        </p:nvSpPr>
        <p:spPr>
          <a:xfrm>
            <a:off x="3429000" y="4572000"/>
            <a:ext cx="310896" cy="3108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91840" y="5029200"/>
            <a:ext cx="128016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46120" y="56235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open + capture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4572000"/>
            <a:ext cx="310896" cy="3108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0" y="5029200"/>
            <a:ext cx="7315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40880" y="562356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run checks</a:t>
            </a:r>
          </a:p>
        </p:txBody>
      </p:sp>
      <p:sp>
        <p:nvSpPr>
          <p:cNvPr id="25" name="Oval 24"/>
          <p:cNvSpPr/>
          <p:nvPr/>
        </p:nvSpPr>
        <p:spPr>
          <a:xfrm>
            <a:off x="4983480" y="3154680"/>
            <a:ext cx="310896" cy="3108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2743200" y="2651760"/>
            <a:ext cx="2651760" cy="1783080"/>
          </a:xfrm>
          <a:prstGeom prst="line">
            <a:avLst/>
          </a:prstGeom>
          <a:ln w="25400">
            <a:solidFill>
              <a:srgbClr val="1580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7600" y="3200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5803D"/>
                </a:solidFill>
                <a:latin typeface="Segoe UI"/>
              </a:rPr>
              <a:t>redirect back → your 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41985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5803D"/>
                </a:solidFill>
                <a:latin typeface="Segoe UI"/>
              </a:rPr>
              <a:t>?session_id=…&amp;status=…</a:t>
            </a:r>
          </a:p>
        </p:txBody>
      </p:sp>
      <p:sp>
        <p:nvSpPr>
          <p:cNvPr id="29" name="Oval 28"/>
          <p:cNvSpPr/>
          <p:nvPr/>
        </p:nvSpPr>
        <p:spPr>
          <a:xfrm>
            <a:off x="5806440" y="868680"/>
            <a:ext cx="310896" cy="3108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3291840" y="1188720"/>
            <a:ext cx="5029200" cy="137160"/>
          </a:xfrm>
          <a:prstGeom prst="line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57600" y="896112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B45309"/>
                </a:solidFill>
                <a:latin typeface="Segoe UI"/>
              </a:rPr>
              <a:t>signed webhook → your backend (result)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3 · Standalone integration (direct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The third party builds its own UI and calls Valyd's per-capability endpoints directly — synchronous results, no redirect.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10896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Third-party app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Your app + your own UI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/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Capture images / data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yourself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331720"/>
            <a:ext cx="3017520" cy="182880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Verify API  (X-API-Key)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POST /v2/id-verification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POST /v2/liveness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POST /v2/face-match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POST /v2/age-verification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POST /v2/credential-verification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468880"/>
            <a:ext cx="2194560" cy="1554480"/>
          </a:xfrm>
          <a:prstGeom prst="roundRect">
            <a:avLst/>
          </a:prstGeom>
          <a:solidFill>
            <a:srgbClr val="E7F7EC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5803D"/>
                </a:solidFill>
                <a:latin typeface="Segoe UI"/>
              </a:rPr>
              <a:t>Response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Synchronous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JSON result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{ status, score }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3063240"/>
            <a:ext cx="146304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27432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request + image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38160" y="3246120"/>
            <a:ext cx="1371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0" y="29260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result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657600" y="3703320"/>
            <a:ext cx="58521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0" y="374903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Segoe UI"/>
              </a:rPr>
              <a:t>you render the outcome in your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Segoe UI"/>
              </a:rPr>
              <a:t>When to use which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Hosted  — fastest to ship, Valyd hosts the capture UI + camera; results by redirect &amp; webhook.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Standalone — full control of the UX; you build the UI and call each capability directly, getting an immediate result.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Both modes are authenticated with the App API key and share the same verification engines.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Segoe UI"/>
              </a:rPr>
              <a:t>Architecture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83280" cy="109728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verify.pollus.tech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Developer console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/dashboard (SSO)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apps · workflows · webhooks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338328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Integration surfaces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Hosted page /verify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+ Standalone /v2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89120"/>
            <a:ext cx="338328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4338CA"/>
                </a:solidFill>
                <a:latin typeface="Segoe UI"/>
              </a:rPr>
              <a:t>demos.pollus.tech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Public demo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(success / fail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651760"/>
            <a:ext cx="2743200" cy="1463040"/>
          </a:xfrm>
          <a:prstGeom prst="roundRect">
            <a:avLst/>
          </a:prstGeom>
          <a:solidFill>
            <a:srgbClr val="E7F7EC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5803D"/>
                </a:solidFill>
                <a:latin typeface="Segoe UI"/>
              </a:rPr>
              <a:t>Verify backend (Laravel)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Sessions · Workflows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Decisioning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Signed webhooks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554480"/>
            <a:ext cx="301752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idp.pollus.tech (SSO)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514600"/>
            <a:ext cx="301752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OCR · Liveness · Face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474720"/>
            <a:ext cx="301752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ZK age proofs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4434840"/>
            <a:ext cx="301752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050">
                <a:solidFill>
                  <a:srgbClr val="1E293B"/>
                </a:solidFill>
                <a:latin typeface="Segoe UI"/>
              </a:rPr>
              <a:t>Credential / license (vc)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194560"/>
            <a:ext cx="2194560" cy="45720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931920" y="3383280"/>
            <a:ext cx="822960" cy="18288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931920" y="3749039"/>
            <a:ext cx="822960" cy="1188721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498079" y="1965960"/>
            <a:ext cx="1097281" cy="14173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98079" y="2926080"/>
            <a:ext cx="1097281" cy="45720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79" y="3383280"/>
            <a:ext cx="1097281" cy="5029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98079" y="3383280"/>
            <a:ext cx="1097281" cy="146304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0" y="48463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Engines reused across hosted, standalone &amp;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